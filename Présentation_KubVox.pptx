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JetBrains Mono" panose="020B0604020202020204" charset="0"/>
      <p:regular r:id="rId8"/>
      <p:bold r:id="rId9"/>
      <p:italic r:id="rId10"/>
      <p:boldItalic r:id="rId11"/>
    </p:embeddedFont>
    <p:embeddedFont>
      <p:font typeface="Outfit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025" y="1440209"/>
            <a:ext cx="34671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4089945"/>
            <a:ext cx="7239000" cy="132769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62025" y="2002184"/>
            <a:ext cx="76009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KubVox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62025" y="2946945"/>
            <a:ext cx="76009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Orchestration de VoIP Haute Disponibilité avec Kubernetes &amp; Docker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62025" y="4518570"/>
            <a:ext cx="24288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RÔLE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62025" y="4922341"/>
            <a:ext cx="2428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Expert Infra Cloud &amp; Réseau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771900" y="4518570"/>
            <a:ext cx="26193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FOCUS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771900" y="4922341"/>
            <a:ext cx="2619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Conteneurisation &amp; Scalabilité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33525"/>
            <a:ext cx="5229225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33525"/>
            <a:ext cx="5229225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23925" y="1876425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67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AE6FD"/>
                </a:solidFill>
                <a:latin typeface="Outfit"/>
                <a:ea typeface="Outfit"/>
                <a:cs typeface="Outfit"/>
                <a:sym typeface="Outfit"/>
              </a:rPr>
              <a:t>L'Existant (Legacy)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23925" y="240030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Infrastructure PABX monolithique rigide.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1876425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AE6FD"/>
                </a:solidFill>
                <a:latin typeface="Outfit"/>
                <a:ea typeface="Outfit"/>
                <a:cs typeface="Outfit"/>
                <a:sym typeface="Outfit"/>
              </a:rPr>
              <a:t>La Cible (KubVox)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24650" y="240030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Architecture distribuée et orchestrée.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1914525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238250" y="28956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CA5A5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304925" y="289560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CA5A5"/>
                </a:solidFill>
                <a:latin typeface="Outfit"/>
                <a:ea typeface="Outfit"/>
                <a:cs typeface="Outfit"/>
                <a:sym typeface="Outfit"/>
              </a:rPr>
              <a:t>⚠️ Point de défaillance unique (SPOF)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238250" y="3200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CA5A5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304925" y="320040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CA5A5"/>
                </a:solidFill>
                <a:latin typeface="Outfit"/>
                <a:ea typeface="Outfit"/>
                <a:cs typeface="Outfit"/>
                <a:sym typeface="Outfit"/>
              </a:rPr>
              <a:t>⚠️ Maintenance complexe avec interruption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38250" y="35052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CA5A5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304925" y="350520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CA5A5"/>
                </a:solidFill>
                <a:latin typeface="Outfit"/>
                <a:ea typeface="Outfit"/>
                <a:cs typeface="Outfit"/>
                <a:sym typeface="Outfit"/>
              </a:rPr>
              <a:t>⚠️ Configuration "Flocon de neige" (Snowflake)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1914525"/>
            <a:ext cx="3281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7038975" y="28956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EFAC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105650" y="289560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EFAC"/>
                </a:solidFill>
                <a:latin typeface="Outfit"/>
                <a:ea typeface="Outfit"/>
                <a:cs typeface="Outfit"/>
                <a:sym typeface="Outfit"/>
              </a:rPr>
              <a:t>✅ Haute Disponibilité &amp; Autoréparation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038975" y="3200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EFAC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105650" y="320040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EFAC"/>
                </a:solidFill>
                <a:latin typeface="Outfit"/>
                <a:ea typeface="Outfit"/>
                <a:cs typeface="Outfit"/>
                <a:sym typeface="Outfit"/>
              </a:rPr>
              <a:t>✅ Scalabilité Horizontale (HPA)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038975" y="35052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EFAC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105650" y="350520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EFAC"/>
                </a:solidFill>
                <a:latin typeface="Outfit"/>
                <a:ea typeface="Outfit"/>
                <a:cs typeface="Outfit"/>
                <a:sym typeface="Outfit"/>
              </a:rPr>
              <a:t>✅ Infrastructure as Code (IaC)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Objectifs : Du Monolithe au Cloud-Native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71525" y="1166812"/>
            <a:ext cx="4790598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Stack Technique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1976437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438275" y="1928812"/>
            <a:ext cx="3895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Conteneurisation Optimisée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Image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Alpine Linux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minimale. Build multi-stages pour sécurité et légèreté.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12896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381125" y="3081337"/>
            <a:ext cx="39528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Orchestration Kubernetes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Usage de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Deployments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pour les pods stateless et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ConfigMaps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pour l'injection dynamique des plans de numérotation.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586287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438275" y="4538662"/>
            <a:ext cx="3895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Réseau Complexe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Gestion du NAT Traversal pour le protocole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SIP/RTP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via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hostNetwork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ou NodePort.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276475"/>
            <a:ext cx="32575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86275" y="2224087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067300" y="2176462"/>
            <a:ext cx="6543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Modernisation d'Infrastructure Critique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Démonstration de la capacité à migrer des services temps-réel sensibles (Voix) vers des environnements conteneurisés.</a:t>
            </a:r>
            <a:endParaRPr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86275" y="3376612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067300" y="3328987"/>
            <a:ext cx="6543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Maîtrise du Pipeline DevOps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Implémentation complète du cycle CI/CD : du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Dockerfile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au déploiement via manifestes YAML.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86275" y="45291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095875" y="4481512"/>
            <a:ext cx="6515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Résilience &amp; Sécurité Réseau</a:t>
            </a: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Approfondissement des contraintes réseaux en cluster (Ingress, Services, Policies) dépassant le simple routage statique.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71525" y="1223962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Apport au parcours "Expert Infra Cloud"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81025" y="1223962"/>
            <a:ext cx="47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1750" y="4494394"/>
            <a:ext cx="3981450" cy="116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34200" y="4494394"/>
            <a:ext cx="2686050" cy="116264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2882265" y="4608314"/>
            <a:ext cx="33604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Prochaine Étape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2962275" y="4894064"/>
            <a:ext cx="3200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Haute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Disponibilité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Globale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(Multi-Cluster)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7277100" y="4608314"/>
            <a:ext cx="2000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Innovation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324725" y="4894064"/>
            <a:ext cx="1905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Intégration WebRTC &amp; IA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3514587" y="1489471"/>
            <a:ext cx="51626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Conclusion &amp; Avenir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2285925" y="2539442"/>
            <a:ext cx="76200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KubVox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valide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la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faisabilité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technique de la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téléphonie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Cloud-Native. Ce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projet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constitue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la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pierre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angulaire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de ma montée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en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compétence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vers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l'architecture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systèmes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distribués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9972675" y="6391275"/>
            <a:ext cx="1828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Merci de votre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Grand écran</PresentationFormat>
  <Paragraphs>38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JetBrains Mono</vt:lpstr>
      <vt:lpstr>Outfit</vt:lpstr>
      <vt:lpstr>Calibri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MOURIER Pierrick</cp:lastModifiedBy>
  <cp:revision>1</cp:revision>
  <dcterms:modified xsi:type="dcterms:W3CDTF">2025-11-25T14:14:54Z</dcterms:modified>
</cp:coreProperties>
</file>